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s.jpeg"/>
          <p:cNvPicPr>
            <a:picLocks noChangeAspect="1"/>
          </p:cNvPicPr>
          <p:nvPr/>
        </p:nvPicPr>
        <p:blipFill>
          <a:blip r:embed="rId2"/>
          <a:stretch>
            <a:fillRect/>
          </a:stretch>
        </p:blipFill>
        <p:spPr>
          <a:xfrm>
            <a:off x="457200" y="1371600"/>
            <a:ext cx="3657600" cy="3258030"/>
          </a:xfrm>
          <a:prstGeom prst="rect">
            <a:avLst/>
          </a:prstGeom>
        </p:spPr>
      </p:pic>
      <p:sp>
        <p:nvSpPr>
          <p:cNvPr id="3" name="TextBox 2"/>
          <p:cNvSpPr txBox="1"/>
          <p:nvPr/>
        </p:nvSpPr>
        <p:spPr>
          <a:xfrm>
            <a:off x="4572000" y="1371600"/>
            <a:ext cx="4114800" cy="4572000"/>
          </a:xfrm>
          <a:prstGeom prst="rect">
            <a:avLst/>
          </a:prstGeom>
          <a:noFill/>
        </p:spPr>
        <p:txBody>
          <a:bodyPr wrap="square">
            <a:spAutoFit/>
          </a:bodyPr>
          <a:lstStyle/>
          <a:p/>
          <a:p>
            <a:pPr>
              <a:defRPr b="1" sz="1800"/>
            </a:pPr>
            <a:r>
              <a:t>ANALYSE :</a:t>
            </a:r>
          </a:p>
          <a:p>
            <a:pPr>
              <a:defRPr sz="1400"/>
            </a:pPr>
            <a:r>
              <a:t>L'image présente une scène dynamique et intense d'un match de football, capturant un moment clé de confrontation entre deux joueurs sur un terrain en herbe.</a:t>
            </a:r>
            <a:br/>
            <a:br/>
            <a:r>
              <a:t>**Scène Principale (Au Premier Plan) :**</a:t>
            </a:r>
            <a:br/>
            <a:br/>
            <a:r>
              <a:t>1.  **Le Joueur en Orange (Attaquant/Joueur en Possession) :**</a:t>
            </a:r>
            <a:br/>
            <a:r>
              <a:t>    *   Il est situé sur le côté gauche de l'image, en position presque debout, légèrement penché en avant.</a:t>
            </a:r>
            <a:br/>
            <a:r>
              <a:t>    *   Il porte un équipement complet de couleur orange vif : maillot à manches longues, short et chaussettes. Des sous-shorts de couleur foncée (bleu ou noir) sont visibles sous son short orange.</a:t>
            </a:r>
            <a:br/>
            <a:r>
              <a:t>    *   Ses chaussures de football sont claires, principalement blanches avec des accents roses ou rouges.</a:t>
            </a:r>
            <a:br/>
            <a:r>
              <a:t>    *   Il est en pleine action, le pied droit levé et près du ballon, suggérant qu'il est sur le point de frapper le ballon, de le passer, ou vient tout juste de le faire. Sa jambe gauche est posée au sol, lui assurant l'équilibre.</a:t>
            </a:r>
            <a:br/>
            <a:r>
              <a:t>    *   Son regard est dirigé vers le bas, vers le ballon et le joueur adverse.</a:t>
            </a:r>
            <a:br/>
            <a:br/>
            <a:r>
              <a:t>2.  **Le Joueur en Bleu et Blanc (Défenseur) :**</a:t>
            </a:r>
            <a:br/>
            <a:r>
              <a:t>    *   Il est situé au centre-droit de l'image, au sol, effectuant un tacle glissé.</a:t>
            </a:r>
            <a:br/>
            <a:r>
              <a:t>    *   Il porte un maillot de football à rayures verticales bleues et blanches, un short blanc et des chaussettes bleues. Ses chaussures sont également claires, blanches.</a:t>
            </a:r>
            <a:br/>
            <a:r>
              <a:t>    *   Sa jambe droite est tendue vers le ballon et le pied du joueur orange, dans une tentative claire de le déposséder. Sa jambe gauche est pliée sous son corps.</a:t>
            </a:r>
            <a:br/>
            <a:r>
              <a:t>    *   Son corps est penché en avant, les mains proches du sol, illustrant l'effort et l'agressivité de son geste défensif.</a:t>
            </a:r>
            <a:br/>
            <a:r>
              <a:t>    *   Des tatouages sont visibles sur son bras droit.</a:t>
            </a:r>
            <a:br/>
            <a:br/>
            <a:r>
              <a:t>3.  **Le Ballon de Football :**</a:t>
            </a:r>
            <a:br/>
            <a:r>
              <a:t>    *   Un ballon de football, majoritairement jaune avec des motifs bleus ou noirs, est posé sur l'herbe au bas de l'image, légèrement à gauche. Il est très proche des pieds des deux joueurs, soulignant l'imminence du contact.</a:t>
            </a:r>
            <a:br/>
            <a:br/>
            <a:r>
              <a:t>**Le Contexte et l'Arrière-Plan :**</a:t>
            </a:r>
            <a:br/>
            <a:br/>
            <a:r>
              <a:t>*   Le match se déroule sur un **terrain de football en gazon vert**, qui semble bien entretenu malgré quelques légères marques.</a:t>
            </a:r>
            <a:br/>
            <a:r>
              <a:t>*   L'éclairage général de la scène est vif et uniforme, ce qui suggère que l'action se déroule sous des **projecteurs de stade**, probablement en soirée ou de nuit.</a:t>
            </a:r>
            <a:br/>
            <a:r>
              <a:t>*   En arrière-plan, on peut distinguer les **tribunes d'un stade**, bien que floues et faiblement éclairées, contribuant à l'ambiance d'un match professionnel.</a:t>
            </a:r>
            <a:br/>
            <a:br/>
            <a:r>
              <a:t>**L'Incrustation Circulaire (Coin Supérieur Droit) :**</a:t>
            </a:r>
            <a:br/>
            <a:br/>
            <a:r>
              <a:t>*   Dans le coin supérieur droit de l'image principale, un cercle bleu contient une image secondaire.</a:t>
            </a:r>
            <a:br/>
            <a:r>
              <a:t>*   Cette incrustation montre un autre joueur (vraisemblablement le même que celui en orange de la scène principale, ou un coéquipier de la même équipe) vu de dos.</a:t>
            </a:r>
            <a:br/>
            <a:r>
              <a:t>*   Il est en l'air, dans une pose de saut ou de chute, les bras écartés et une jambe levée.</a:t>
            </a:r>
            <a:br/>
            <a:r>
              <a:t>*   Le **numéro "9" est clairement visible** sur le dos de son maillot orange.</a:t>
            </a:r>
            <a:br/>
            <a:r>
              <a:t>*   Cette incrustation pourrait servir à mettre en évidence une action précédente ou un joueur spécifique, peut-être en lien avec un but ou une faute.</a:t>
            </a:r>
            <a:br/>
            <a:br/>
            <a:r>
              <a:t>Dans l'ensemble, l'image est une capture d'écran d'un moment de haute tension dans un match de football, mettant en évidence une action cruciale entre un attaquant et un défenseur, complétée par une référence visuelle à un autre moment du jeu.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